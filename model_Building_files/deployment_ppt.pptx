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3" autoAdjust="0"/>
    <p:restoredTop sz="94660"/>
  </p:normalViewPr>
  <p:slideViewPr>
    <p:cSldViewPr snapToGrid="0">
      <p:cViewPr varScale="1">
        <p:scale>
          <a:sx n="81" d="100"/>
          <a:sy n="81" d="100"/>
        </p:scale>
        <p:origin x="5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A4F30-3ECA-440B-A5E5-E06CF8E4ACFD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86698-1239-4377-8942-ECCB919F4D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04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86698-1239-4377-8942-ECCB919F4DB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996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813B3-5A32-9B3D-43AE-7B9612E5C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D0E6E-4178-6D71-E846-5A83B5C11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129C6-DEDB-8DC1-2B8F-3FB95647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DF13F-9490-D9A0-9EE7-D2DE84F8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94783-9922-E593-BF10-8550AD87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13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5DBDD-FD95-9D0E-B9A3-E811B04E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2C38F-A0F3-5F03-8818-10C3A6243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B2E0C-2467-29CB-149E-531A57AD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21D76-39BF-FD97-20C2-4729D125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D642B-3088-B35B-3063-88CAFB451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921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763B-B2F2-5B0F-2E49-748175A42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836DA-37A5-A767-44CE-02EB84750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BCD85-6CB3-CE9E-FAEA-AF5F1529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45B6E-293A-02CE-48EA-3503E100B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4CB2A-64CF-914C-52DE-384FA368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29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2167F-760D-03B2-66E3-18499D8D4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132BA-7F4F-0112-8A34-9CF073692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5BF08-6670-D483-C0C4-EBDB37C00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5DD87-A0F1-5795-CB93-ED625D7F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64A16-0135-B2E5-66D0-54028253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3DE1E-74CF-4F2B-D419-1A42716CF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80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84AA-F090-0D0B-8A8F-F83EDEBBF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BB536-7248-2302-76D9-C7168D02C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643A9-9F79-81D7-F82B-2031BA272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EC05DF-A29A-17B7-3C40-949A27EF5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CF2838-296B-06C6-B094-F799519596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45F7C-FE12-76DE-699D-26CCE335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3EBCA1-D42C-7551-F85A-C1F0C732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3DBFB-CCC9-C75A-FE85-94AA4971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40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B27DD-40F3-5139-6B31-4E25C318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C798A-AB11-B5CF-D260-97C2009BD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87BA0F-2A7E-4480-014E-65FAE876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79FAF-C27B-396D-1745-307646D3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40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2D9F78-6369-1D81-40A9-2825C7BA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72E69-4761-AD74-12C4-6B82D6BB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54FF7-20B9-21A4-3421-F7A5A4FE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41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3B55-FF33-00E8-C896-DAC62C1D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9638E-A07B-94B2-8833-62707D7CD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4502F-C407-8258-5B35-AF03001F6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70127-D16A-93F7-F2D8-03A6BB1D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F8F7E-FD7D-F5A4-5ABE-2918740E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388AE-2CF4-A6C8-AE16-0DAA5C61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00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850D-8641-14EA-2083-E992098DC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77DDFC-7B77-0126-4455-83C3FD3396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59DBD-0A6F-2FD6-538C-F704725A5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8C850-DD64-B761-0E46-1A2549F0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BC95A-3D2C-5A9D-CC72-BE61135F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493F6-39FD-D776-F783-D273968E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47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CA840-8BBD-EC04-917D-526DEA20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967CC-7E03-6AB8-CFA9-A1653F207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6A2AB-D151-19FE-963C-A1625FD1D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B0E8A-B889-44DD-C994-31DF5E14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090EE-BC2D-D347-5D27-C5435F39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59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E44DA7-B262-1B81-6AA7-775084A3D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DA6FE-9E37-1186-85F6-27913FD98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87699-D529-F43C-B793-A19C8F84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DFA35-C52E-AB4A-02FC-743C996CC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FE685-43AC-2E78-E30F-30B10B8F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51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4FBD1-413A-3558-D104-F227E640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C730D-8AAC-BB8C-3BC7-F10B4350C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F280-F0C1-F466-3574-5A05F8418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C82A5-032C-40E0-A18F-6E48164BBC3B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616DF-1A55-532B-8FCE-159270E55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F02EC-6321-4A88-405D-08DD5F729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9319F-6FC3-44BC-8790-DCB69A47A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3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7B470C-1DD3-2DA3-277E-B3970C5B4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729863"/>
              </p:ext>
            </p:extLst>
          </p:nvPr>
        </p:nvGraphicFramePr>
        <p:xfrm>
          <a:off x="1310806" y="1084082"/>
          <a:ext cx="9570388" cy="54409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271859">
                  <a:extLst>
                    <a:ext uri="{9D8B030D-6E8A-4147-A177-3AD203B41FA5}">
                      <a16:colId xmlns:a16="http://schemas.microsoft.com/office/drawing/2014/main" val="1254974165"/>
                    </a:ext>
                  </a:extLst>
                </a:gridCol>
                <a:gridCol w="1291473">
                  <a:extLst>
                    <a:ext uri="{9D8B030D-6E8A-4147-A177-3AD203B41FA5}">
                      <a16:colId xmlns:a16="http://schemas.microsoft.com/office/drawing/2014/main" val="1519749909"/>
                    </a:ext>
                  </a:extLst>
                </a:gridCol>
                <a:gridCol w="1121789">
                  <a:extLst>
                    <a:ext uri="{9D8B030D-6E8A-4147-A177-3AD203B41FA5}">
                      <a16:colId xmlns:a16="http://schemas.microsoft.com/office/drawing/2014/main" val="756933134"/>
                    </a:ext>
                  </a:extLst>
                </a:gridCol>
                <a:gridCol w="1074656">
                  <a:extLst>
                    <a:ext uri="{9D8B030D-6E8A-4147-A177-3AD203B41FA5}">
                      <a16:colId xmlns:a16="http://schemas.microsoft.com/office/drawing/2014/main" val="2968643262"/>
                    </a:ext>
                  </a:extLst>
                </a:gridCol>
                <a:gridCol w="1960775">
                  <a:extLst>
                    <a:ext uri="{9D8B030D-6E8A-4147-A177-3AD203B41FA5}">
                      <a16:colId xmlns:a16="http://schemas.microsoft.com/office/drawing/2014/main" val="73570494"/>
                    </a:ext>
                  </a:extLst>
                </a:gridCol>
                <a:gridCol w="1849836">
                  <a:extLst>
                    <a:ext uri="{9D8B030D-6E8A-4147-A177-3AD203B41FA5}">
                      <a16:colId xmlns:a16="http://schemas.microsoft.com/office/drawing/2014/main" val="3636199177"/>
                    </a:ext>
                  </a:extLst>
                </a:gridCol>
              </a:tblGrid>
              <a:tr h="637734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Precision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Recall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F1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Train Accuracy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Test Accuracy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022250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172988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Bagging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828557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/>
                        <a:t>AdaBoost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621850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 err="1"/>
                        <a:t>GradientBoost</a:t>
                      </a:r>
                      <a:r>
                        <a:rPr lang="en-IN" dirty="0"/>
                        <a:t>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48864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 err="1"/>
                        <a:t>XGBoost</a:t>
                      </a:r>
                      <a:r>
                        <a:rPr lang="en-IN" dirty="0"/>
                        <a:t>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649748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/>
                        <a:t>LGBM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711217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/>
                        <a:t>Stacked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619788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 err="1"/>
                        <a:t>DecisionTree</a:t>
                      </a:r>
                      <a:r>
                        <a:rPr lang="en-IN" dirty="0"/>
                        <a:t>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305869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/>
                        <a:t>SVM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237738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 err="1"/>
                        <a:t>NaiveBayes</a:t>
                      </a:r>
                      <a:r>
                        <a:rPr lang="en-IN" dirty="0"/>
                        <a:t>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533661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/>
                        <a:t>KNN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543914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/>
                        <a:t>ANN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465388"/>
                  </a:ext>
                </a:extLst>
              </a:tr>
              <a:tr h="369481">
                <a:tc>
                  <a:txBody>
                    <a:bodyPr/>
                    <a:lstStyle/>
                    <a:p>
                      <a:r>
                        <a:rPr lang="en-IN" dirty="0" err="1"/>
                        <a:t>RandomForest</a:t>
                      </a:r>
                      <a:r>
                        <a:rPr lang="en-IN" dirty="0"/>
                        <a:t>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93.75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4763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AB789FE-DAF9-665C-5A79-CEFBDC59875E}"/>
              </a:ext>
            </a:extLst>
          </p:cNvPr>
          <p:cNvSpPr txBox="1"/>
          <p:nvPr/>
        </p:nvSpPr>
        <p:spPr>
          <a:xfrm>
            <a:off x="961534" y="263951"/>
            <a:ext cx="9570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Comparing the Models</a:t>
            </a:r>
          </a:p>
        </p:txBody>
      </p:sp>
    </p:spTree>
    <p:extLst>
      <p:ext uri="{BB962C8B-B14F-4D97-AF65-F5344CB8AC3E}">
        <p14:creationId xmlns:p14="http://schemas.microsoft.com/office/powerpoint/2010/main" val="46963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106</Words>
  <Application>Microsoft Office PowerPoint</Application>
  <PresentationFormat>Widescreen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venky ..!</dc:creator>
  <cp:lastModifiedBy>venky ..!</cp:lastModifiedBy>
  <cp:revision>1</cp:revision>
  <dcterms:created xsi:type="dcterms:W3CDTF">2024-10-04T15:29:55Z</dcterms:created>
  <dcterms:modified xsi:type="dcterms:W3CDTF">2024-10-04T16:06:38Z</dcterms:modified>
</cp:coreProperties>
</file>